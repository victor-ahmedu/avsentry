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25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</a:t>
            </a:r>
            <a:endParaRPr lang="en-US" sz="234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· EDGE AI CAPSTONE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194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AVsentry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Room Safety &amp; Environmental Monitoring System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Edge AI reasoning — intrusion detection and environmental discomfort, running entirely on-device.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528523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G. Ahmedu 
</a:t>
            </a:r>
            <a:r>
              <a:rPr lang="en-US" sz="12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400L Electrical &amp; Electronics Engineering · FUTMINNA
LET INNOVATION IT CAPSTONE PROJECT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lack low-cost, intelligent monitoring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rooms often have no monitoring at all, or single-purpose alarms that only detect motion with zero context.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892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risk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60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and humidity extremes go unnoticed until they cause discomfort or damage.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87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limits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54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use rigid per-sensor thresholds — they cannot reason about combinations.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06908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087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dependency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754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“smart” solutions require constant internet and cloud processing for a simple room.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solve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intrusion / unexpected presence using a passive-IR sensor.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1106424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420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environmental discomfort — excess heat or humidity — using a DHT11 sensor.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381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over combined conditions (e.g. occupied + overheating), not isolated thresholds.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0792"/>
            <a:ext cx="1106424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342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entire decision-making process on-device — no cloud or constant connectivity.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11064240" cy="0"/>
          </a:xfrm>
          <a:prstGeom prst="line">
            <a:avLst/>
          </a:prstGeom>
          <a:noFill/>
          <a:ln w="12700">
            <a:solidFill>
              <a:srgbClr val="2330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30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physically and instantly via buzzer, status LEDs, and a servo-driven alert.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→ Edge AI → Actuators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182541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Humidity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029968" y="1920240"/>
            <a:ext cx="219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49424" y="192024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182541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04288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822192" y="1920240"/>
            <a:ext cx="219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41648" y="192024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96512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inference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614416" y="1920240"/>
            <a:ext cx="219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33872" y="192024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182541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88736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920240"/>
            <a:ext cx="219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6096" y="192024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182541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1920240"/>
            <a:ext cx="219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18320" y="192024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182541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73184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11247120" cy="219456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point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519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happens once, offline, on a laptop. Inference — the actual decision-making — happens continuously, entirely on the NodeMCU. No WiFi, cloud, or host machine is needed at runtime. This is what qualifies the system as genuine Edge AI / TinyML.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HARDWARE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components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396849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NodeMCU ESP8266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 — runs sensor reads and on-device ML 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&amp; humidity sensing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obstacle 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/ motion detection (digital HIGH/LOW)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buzzer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Audible alert on intrusion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LEDs (green / red)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At-a-glance system state 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motor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alert action on confirmed intrusion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WHY TINYML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decision tree, not a neural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Micro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has roughly 50KB of usable RAM and no FPU. A full TFLite Micro runtime is impractical to fit and run reliably at this scale.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→ C code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060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scikit-learn Decision Tree, trained offline, is compiled directly into plain C if-else logic using micromlgen. No ML runtime library is needed on-device.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182541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462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8280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learned, multi-feature decision boundary — not hardcoded thresholds — running in microseconds on a $5 microcontroller.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&amp; LABELING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classes, physically simulated and labeled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157984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room conditions, no presence.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24912" y="1691640"/>
            <a:ext cx="2157984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7792" y="187452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07792" y="18745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Discomfort — Hot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above threshold.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92624" y="1691640"/>
            <a:ext cx="2157984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75504" y="187452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75504" y="18745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Discomfort — Humid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157216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above threshold.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0336" y="1691640"/>
            <a:ext cx="2157984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43216" y="187452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43216" y="18745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+ Uncomfortable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24928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combined with poor conditions.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28048" y="1691640"/>
            <a:ext cx="2157984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10928" y="187452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10928" y="18745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detected under otherwise normal conditions.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11247120" cy="2377440"/>
          </a:xfrm>
          <a:prstGeom prst="roundRect">
            <a:avLst>
              <a:gd name="adj" fmla="val 4615"/>
            </a:avLst>
          </a:prstGeom>
          <a:solidFill>
            <a:srgbClr val="182541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9319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Python tool logged live serial sensor data straight into a labeled CSV during physically staged sessions (over 950 rows of labeled readings), tagging every row with the active scenario in real time.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MODEL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788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— temp, humidity, IR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788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— Normal and Intrusion 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47120" cy="1920240"/>
          </a:xfrm>
          <a:prstGeom prst="roundRect">
            <a:avLst>
              <a:gd name="adj" fmla="val 5714"/>
            </a:avLst>
          </a:prstGeom>
          <a:solidFill>
            <a:srgbClr val="182541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confusion remains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misclassification sits only between the two heat-related classes (Discomfort-Hot ↔ Occupied-Uncomfortable) — both genuinely share overlapping temperature ranges. Critically, intrusion detection is unaffected.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ENGINEERING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bugs, diagnosed and fixed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“hour” feature trap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version used time-of-day (via WiFi + NTP) to separate intrusion from daytime presence. It backfired: the model only ever saw a few training hours, so real-world hours it had never seen caused false intrusion alarms.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182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3891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time feature entirely, simplifying the system and removing the WiFi dependency — improving robustness at any hour.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41E33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contamination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060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data collection, presence was toggled on and off within single labeled sessions, leaving some “intrusion” rows with the sensor actually reading clear.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425196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182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43891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programmatically filtered out every row where the label and the live IR state disagreed, then retrained — resolving false positives.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</a:t>
            </a:r>
            <a:endParaRPr lang="en-US" sz="221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AVsentry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on-device Edge AI safety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00837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multi-sensor system reasoning over combined conditions — not simple thresholds.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721608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6674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runs entirely on a $5 microcontroller, with zero runtime cloud or network dependency.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3251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verified across all five classes with correct buzzer, LED, and servo responses.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038344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983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lightweight RTC time-context, gas/smoke sensing, a proper enclosure, and mobile alerts.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43840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· FUTMINNA &amp; LET INNOVATIONS · Electrical &amp; Electronics Engineering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886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Victor Ahmedu</cp:lastModifiedBy>
  <cp:revision>3</cp:revision>
  <dcterms:created xsi:type="dcterms:W3CDTF">2026-09-26T16:49:08Z</dcterms:created>
  <dcterms:modified xsi:type="dcterms:W3CDTF">2026-09-27T10:56:53Z</dcterms:modified>
</cp:coreProperties>
</file>